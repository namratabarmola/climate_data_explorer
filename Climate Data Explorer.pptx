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CAF8B-BDDF-6CB8-A286-6184DFED6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0F394-8B56-E429-0746-B5E286E57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9F777-85A6-2012-56A4-EF05212D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908CF-6222-6358-535D-568C373C3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7C0D7-391E-511D-4314-DBCB6E80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89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5DF1-CA22-F6B5-EB42-C3A31A9C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A6713-9223-F9EC-A8E8-C742D7726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86D1-C8FE-A0A0-2555-0F8A50D1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F530-9694-B5AA-66F3-FB4CB4AE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E60DA-D541-65FD-BCAA-7ECE32ED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26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8398-640A-4819-7E45-87872E26D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96429-CBBF-5DB0-8A28-12DF6D462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54FF-B28E-B402-FBA0-C58C2228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9C366-1E60-FCC9-6D33-63088485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C095-022A-935C-2D5D-2E8E6658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0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DEB2-BF44-2722-BB15-61E56712B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E138-CE65-C66B-3B1B-CA3755574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CFC62-C765-515C-FA33-09394CC66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5486D-893C-156F-F83E-F9BEBD829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36D2A-2C47-DB18-3F0D-19837E6F9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335E8E-1646-4B8A-557A-DF64366AB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78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DE80-FBC5-9325-6821-91BEDE38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978D0-B410-8A2A-C143-DD3867150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C9F04-F105-B011-4833-ED8AE790C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A89FD-7A10-A4BA-1972-BA9877352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4A702-3788-B799-699C-E4DC1BE142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E5D7AF-C42B-7090-D0F4-0CADE4BF8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4E0E3-0B44-9E05-6C79-15F13C86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0A3099-69C1-AF4A-EEA1-7F090DF0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85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26154-9985-8525-E947-1DDBF9CA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ACF54-F133-FACF-3B0E-7C03BA710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6AA06-11BF-1C8D-F031-07090005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5D618-246E-5494-854C-F55D3DDE3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73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783713-59DA-DA76-3646-804A8386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FEE1FD-381C-F52B-6EA5-4996D071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06126-493C-C7DD-0672-E920244D5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98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A2170-4356-A940-3891-D565C0F1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65D1-BA50-C9C1-E76F-E041F5BC5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B87B6-8D7E-EBD7-9FF2-43A6EBC203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CD7E6-EE71-95E9-90D4-1815FE2B9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C2F0A-0112-5C6C-BA67-A825DD44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90467-C707-8025-0EBE-A49E198A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96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FE8D-C378-420E-EEE5-482F52F20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AD158-26FB-73F5-BEA7-4FB38BBAF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2EA92-7141-142A-C4E6-0D38ADE65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4D386-5D5F-9DD9-3A92-7FE871D5E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5A6C0-CFF4-AEC8-20B7-38B3BE21C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744A2-2322-6608-9AD9-D6B746F54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01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8754-C765-26F3-54ED-87AF1C307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30581-453F-F278-AD47-7214E2047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0C188-0D99-3A89-578C-46B43A5B9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C61B-FF41-BF2D-901A-CAE9C7EEE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60DCA-A303-4A1C-57A2-3C1CB0B0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8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D9482B-22DB-45D8-F2A1-2BDB961DFD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1D196-96C9-16A6-3CCD-C6D3741FB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B992A-4988-C9EC-8F19-FF291381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B8A5E-5B4F-B165-BF2B-0BD967847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AFFF1-312F-03DC-0EF8-D597B45E5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9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C9F61-B86D-C104-B0FA-1024C2B7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57C92-E767-A842-253E-9FD3F7B6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D5721-28B3-5820-A331-9A2673D49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B561E-5EFA-4DC3-A9A9-3C9F74F7AF9B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8C0E0-10A1-3B6D-CBBE-821E1ED0E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B8BD-DB0B-8C59-8E05-BD80518D1B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FF4AC1-9E8A-4320-9473-904330E692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56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B3D3-0E7E-060F-2911-59D86F896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Data Explorer: An Interactive Analysis and Visualization Tool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FF161-50DA-A5AF-93F0-B32E792EF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713162"/>
          </a:xfrm>
        </p:spPr>
        <p:txBody>
          <a:bodyPr/>
          <a:lstStyle/>
          <a:p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for </a:t>
            </a:r>
            <a:endParaRPr lang="en-IN" sz="28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for AI ABAI5003L</a:t>
            </a:r>
            <a:endParaRPr lang="en-IN" sz="28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Namrata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(A25MTAI0002)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975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A4315-1B54-653B-9DC9-B26DF2FC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735568" cy="787019"/>
          </a:xfrm>
        </p:spPr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        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D9018-3C9B-ACB9-2090-A01FE2B9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Climate change is a major global challenge worldwide</a:t>
            </a:r>
          </a:p>
          <a:p>
            <a:r>
              <a:rPr lang="en-IN" sz="1400" dirty="0"/>
              <a:t>Temperature anomaly analysis helps understand warming patterns</a:t>
            </a:r>
          </a:p>
          <a:p>
            <a:r>
              <a:rPr lang="en-US" sz="1400" dirty="0"/>
              <a:t>NASA GISTEMP dataset provides monthly global temperature anomalies from 1880–present</a:t>
            </a:r>
          </a:p>
          <a:p>
            <a:r>
              <a:rPr lang="en-US" sz="1400" dirty="0"/>
              <a:t>Dashboard performs real-time visualization and analysis</a:t>
            </a:r>
          </a:p>
          <a:p>
            <a:r>
              <a:rPr lang="en-US" sz="1400" dirty="0"/>
              <a:t>Includes trend analysis, seasonal pattern analysis, outlier detection, and forecasting</a:t>
            </a:r>
            <a:endParaRPr lang="en-IN" sz="14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41BA3A-11BD-BA0F-0473-01B39A75A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84" b="4395"/>
          <a:stretch>
            <a:fillRect/>
          </a:stretch>
        </p:blipFill>
        <p:spPr>
          <a:xfrm>
            <a:off x="950976" y="3611880"/>
            <a:ext cx="6016752" cy="302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7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BACF2-F131-86F4-F35E-3C64AF6BD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BEE3E-87C2-85F6-49B7-EB30C5967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b="1" dirty="0">
                <a:solidFill>
                  <a:schemeClr val="accent3"/>
                </a:solidFill>
              </a:rPr>
              <a:t>Dataset used</a:t>
            </a:r>
            <a:r>
              <a:rPr lang="en-IN" sz="1800" b="1" dirty="0">
                <a:solidFill>
                  <a:srgbClr val="C00000"/>
                </a:solidFill>
              </a:rPr>
              <a:t>: NASA GISTEMP (Global Land-Ocean Temperature Index)</a:t>
            </a:r>
          </a:p>
          <a:p>
            <a:r>
              <a:rPr lang="en-US" sz="1800" b="1" dirty="0">
                <a:solidFill>
                  <a:schemeClr val="accent3"/>
                </a:solidFill>
              </a:rPr>
              <a:t>Data includes</a:t>
            </a:r>
            <a:r>
              <a:rPr lang="en-US" sz="1800" b="1" dirty="0">
                <a:solidFill>
                  <a:srgbClr val="C00000"/>
                </a:solidFill>
              </a:rPr>
              <a:t>: Year, Months (Jan–Dec), Annual Mean</a:t>
            </a:r>
          </a:p>
          <a:p>
            <a:endParaRPr lang="en-US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1800" b="1" dirty="0">
              <a:solidFill>
                <a:schemeClr val="accent3"/>
              </a:solidFill>
            </a:endParaRPr>
          </a:p>
          <a:p>
            <a:r>
              <a:rPr lang="en-IN" sz="1800" dirty="0"/>
              <a:t>Steps performed in preprocessing: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Removed symbols (***) and converted them to </a:t>
            </a:r>
            <a:r>
              <a:rPr lang="en-US" sz="1800" dirty="0" err="1"/>
              <a:t>NaN</a:t>
            </a: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Removed all </a:t>
            </a:r>
            <a:r>
              <a:rPr lang="en-US" sz="1800" dirty="0" err="1"/>
              <a:t>NaN</a:t>
            </a:r>
            <a:r>
              <a:rPr lang="en-US" sz="1800" dirty="0"/>
              <a:t> and duplicate values to ensure a clean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Converted all temperature values to numeric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Reshaped to long format for time-series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Created a proper “Date” column using Year + Month</a:t>
            </a:r>
          </a:p>
          <a:p>
            <a:r>
              <a:rPr lang="en-US" sz="1800" dirty="0"/>
              <a:t>Final dataset ready for visualization and ML models</a:t>
            </a:r>
          </a:p>
          <a:p>
            <a:pPr marL="514350" indent="-514350">
              <a:buFont typeface="+mj-lt"/>
              <a:buAutoNum type="arabicPeriod"/>
            </a:pPr>
            <a:endParaRPr lang="en-US" sz="1200" dirty="0"/>
          </a:p>
          <a:p>
            <a:pPr marL="514350" indent="-514350">
              <a:buFont typeface="+mj-lt"/>
              <a:buAutoNum type="arabicPeriod"/>
            </a:pPr>
            <a:endParaRPr lang="en-IN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8845CD-108D-1A55-5061-EECE9AD51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all NaN rows to ensure clean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8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2E79-5307-E06C-A39B-35606146C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016" y="173101"/>
            <a:ext cx="10515600" cy="750443"/>
          </a:xfrm>
        </p:spPr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Overview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C1F17-A090-8236-1C5D-6891B8DA9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4440" y="923544"/>
            <a:ext cx="10119360" cy="5253419"/>
          </a:xfrm>
        </p:spPr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page provides first insight into the dataset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anomaly trend (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graph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anomalies (</a:t>
            </a:r>
            <a:r>
              <a:rPr lang="en-IN" sz="1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variation (bar plot /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heatmap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long-term warming patterns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a quick understanding of data behavior</a:t>
            </a:r>
          </a:p>
          <a:p>
            <a:endParaRPr lang="en-IN" dirty="0"/>
          </a:p>
        </p:txBody>
      </p: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5EDC033-7854-80B5-A8B3-00541A269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22" t="14933" b="5324"/>
          <a:stretch>
            <a:fillRect/>
          </a:stretch>
        </p:blipFill>
        <p:spPr>
          <a:xfrm>
            <a:off x="6409944" y="923545"/>
            <a:ext cx="5684520" cy="294043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2196BD-2944-DD3B-B6F7-033B783F7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4" t="29332" r="7306" b="9932"/>
          <a:stretch>
            <a:fillRect/>
          </a:stretch>
        </p:blipFill>
        <p:spPr>
          <a:xfrm>
            <a:off x="6409944" y="3863974"/>
            <a:ext cx="5684520" cy="282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37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9D65F-3671-1B05-F663-FDC253CC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E11F-5073-5FE2-9B82-0D5F64040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Line graph of temperature anomaly from 1880–2025</a:t>
            </a:r>
          </a:p>
          <a:p>
            <a:r>
              <a:rPr lang="en-US" sz="1800" dirty="0"/>
              <a:t>Shows a </a:t>
            </a:r>
            <a:r>
              <a:rPr lang="en-US" sz="1800" b="1" dirty="0"/>
              <a:t>steady upward trend</a:t>
            </a:r>
            <a:r>
              <a:rPr lang="en-US" sz="1800" dirty="0"/>
              <a:t> in global temperature</a:t>
            </a:r>
          </a:p>
          <a:p>
            <a:r>
              <a:rPr lang="en-US" sz="1800" dirty="0"/>
              <a:t>Sharp warming observed after </a:t>
            </a:r>
            <a:r>
              <a:rPr lang="en-US" sz="1800" b="1" dirty="0"/>
              <a:t>1980</a:t>
            </a:r>
          </a:p>
          <a:p>
            <a:r>
              <a:rPr lang="en-US" sz="1800" dirty="0"/>
              <a:t>Trend line helps forecast potential future warming</a:t>
            </a:r>
            <a:endParaRPr lang="en-IN" sz="18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8782C2-F142-8BE1-C29D-D97B2F786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7" t="22800" r="7230" b="33200"/>
          <a:stretch>
            <a:fillRect/>
          </a:stretch>
        </p:blipFill>
        <p:spPr>
          <a:xfrm>
            <a:off x="838200" y="3429000"/>
            <a:ext cx="6364224" cy="30175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72C96B-E747-91EC-6EA3-07F015AA9263}"/>
              </a:ext>
            </a:extLst>
          </p:cNvPr>
          <p:cNvSpPr txBox="1"/>
          <p:nvPr/>
        </p:nvSpPr>
        <p:spPr>
          <a:xfrm>
            <a:off x="8028432" y="3557016"/>
            <a:ext cx="34930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Trend Statistics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Slope:</a:t>
            </a:r>
            <a:r>
              <a:rPr lang="en-US" dirty="0"/>
              <a:t> 0.008295712711159095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R²:</a:t>
            </a:r>
            <a:r>
              <a:rPr lang="en-US" dirty="0"/>
              <a:t> 0.7653455581488171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p-value:</a:t>
            </a:r>
            <a:r>
              <a:rPr lang="en-US" dirty="0"/>
              <a:t> 3.5484674714091836e-47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38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173C-065D-9F4E-C1EC-657E86FB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</a:t>
            </a:r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Monthly Pattern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7EB270-1DCD-DEE4-B207-E9B5F8901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 anomaly for each month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seasonal behavior of temperature changes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Summer months (Jun–Aug) show higher anomalies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Winter months (Jan–Feb) show lower anomalies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pattern shows consistent warming across all months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seasonal influence on global warming trends</a:t>
            </a:r>
          </a:p>
          <a:p>
            <a:endParaRPr lang="en-IN" dirty="0"/>
          </a:p>
        </p:txBody>
      </p:sp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5AD5A81-7FE2-A8A0-F501-DD871DBDC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11" t="31333" r="6972" b="21201"/>
          <a:stretch>
            <a:fillRect/>
          </a:stretch>
        </p:blipFill>
        <p:spPr>
          <a:xfrm>
            <a:off x="1024128" y="4219796"/>
            <a:ext cx="5596128" cy="256505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4218C9-B402-81F0-3787-044BE7E0C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16" t="16133" r="6792" b="11867"/>
          <a:stretch>
            <a:fillRect/>
          </a:stretch>
        </p:blipFill>
        <p:spPr>
          <a:xfrm>
            <a:off x="6806184" y="1563625"/>
            <a:ext cx="5190744" cy="524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4495-3693-F00A-3225-C30AF697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Machine Learning Predictions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B7D853-0896-BFAA-64DE-316685801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4" t="27802" r="6722" b="22257"/>
          <a:stretch>
            <a:fillRect/>
          </a:stretch>
        </p:blipFill>
        <p:spPr>
          <a:xfrm>
            <a:off x="905256" y="1690687"/>
            <a:ext cx="7168896" cy="480218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3EDC1-CBE0-5572-86E3-1ECDE39F2B36}"/>
              </a:ext>
            </a:extLst>
          </p:cNvPr>
          <p:cNvSpPr txBox="1"/>
          <p:nvPr/>
        </p:nvSpPr>
        <p:spPr>
          <a:xfrm>
            <a:off x="9043416" y="1810512"/>
            <a:ext cx="27980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Results</a:t>
            </a: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0.7229 °C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(degree 6)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1.2533 °C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1.2014 °C</a:t>
            </a: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ARIMA: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1.1370 °C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01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3EDB7-B87E-7C58-3408-FD6C293EA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49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Model Comparison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065D50-59FD-39BC-DEF8-CE19A16F9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34" t="29904" r="7140" b="17588"/>
          <a:stretch>
            <a:fillRect/>
          </a:stretch>
        </p:blipFill>
        <p:spPr>
          <a:xfrm>
            <a:off x="73153" y="841248"/>
            <a:ext cx="7141463" cy="339242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B3FF5-EE25-0DB8-4270-B175297CBE88}"/>
              </a:ext>
            </a:extLst>
          </p:cNvPr>
          <p:cNvSpPr txBox="1"/>
          <p:nvPr/>
        </p:nvSpPr>
        <p:spPr>
          <a:xfrm>
            <a:off x="8531352" y="914400"/>
            <a:ext cx="35874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Regression":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0.6897360258227039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Regression":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1.1209127791394167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"Random Forest":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1.2037083333333363,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“ARIMA":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1.1317421405914998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005A87-8F66-8282-AA77-AD69D2FE29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12" t="59613" r="6638" b="7333"/>
          <a:stretch>
            <a:fillRect/>
          </a:stretch>
        </p:blipFill>
        <p:spPr>
          <a:xfrm>
            <a:off x="73153" y="4233672"/>
            <a:ext cx="7141463" cy="236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4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FC05-23CD-C15B-90DB-E8757F208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0710-C890-1754-B12E-026A3BEF9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temperature anomalies show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rising trend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warming has accelerated sharply since 1980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predict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warming in coming decades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&amp; ARIMA models provide best accuracy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7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FDA5FD-8504-A099-2467-97922ED56B21}"/>
              </a:ext>
            </a:extLst>
          </p:cNvPr>
          <p:cNvSpPr/>
          <p:nvPr/>
        </p:nvSpPr>
        <p:spPr>
          <a:xfrm>
            <a:off x="3101144" y="2007215"/>
            <a:ext cx="598971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0"/>
                <a:solidFill>
                  <a:schemeClr val="accent6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17798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394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Climate Data Explorer: An Interactive Analysis and Visualization Tool</vt:lpstr>
      <vt:lpstr>                        Introduction</vt:lpstr>
      <vt:lpstr>               Datasets and Preprocessing</vt:lpstr>
      <vt:lpstr>            Overview Visualizations</vt:lpstr>
      <vt:lpstr>                         Trend Analysis</vt:lpstr>
      <vt:lpstr>              Monthly Pattern Analysis</vt:lpstr>
      <vt:lpstr>       Machine Learning Predictions</vt:lpstr>
      <vt:lpstr>                    Model Comparison </vt:lpstr>
      <vt:lpstr>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Namrata Manori</dc:creator>
  <cp:lastModifiedBy>Namrata Manori</cp:lastModifiedBy>
  <cp:revision>1</cp:revision>
  <dcterms:created xsi:type="dcterms:W3CDTF">2025-11-20T15:13:07Z</dcterms:created>
  <dcterms:modified xsi:type="dcterms:W3CDTF">2025-11-20T17:35:55Z</dcterms:modified>
</cp:coreProperties>
</file>